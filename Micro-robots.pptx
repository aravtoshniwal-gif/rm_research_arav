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aace3143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aace3143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aace3143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aace3143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aace314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aace314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ace3143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ace3143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aace3143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aace3143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aace3143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aace3143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aace3143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aace3143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aace3143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aace3143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aace3143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aace3143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news.mit.edu/2021/micro-robots-artificial-muscles-1216" TargetMode="External"/><Relationship Id="rId4" Type="http://schemas.openxmlformats.org/officeDocument/2006/relationships/hyperlink" Target="https://news.mit.edu/2021/researchers-introduce-new-generation-tiny-agile-drones-0302" TargetMode="External"/><Relationship Id="rId5" Type="http://schemas.openxmlformats.org/officeDocument/2006/relationships/hyperlink" Target="https://www.youtube.com/watch?v=H6q6pYZ9Fh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Micro-robots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- 1, Arav Toshniwal, Robomanipal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4144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EEF0FF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Microrobots are miniaturized devices, ranging from a few micrometers to millimeters in size, designed to perform specific tasks in micro-scale environments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462500" y="2833338"/>
            <a:ext cx="3465000" cy="1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These are generally modelled off nature.</a:t>
            </a:r>
            <a:br>
              <a:rPr lang="en-GB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Taking inspiration from insects like bees and </a:t>
            </a:r>
            <a:r>
              <a:rPr lang="en-GB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water striders</a:t>
            </a:r>
            <a:r>
              <a:rPr lang="en-GB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425" y="280706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MIT’s RoboBees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5637475" y="2078875"/>
            <a:ext cx="2780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It is a type of microrobot being developed by MIT, USA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Inspired by how bees take flight in real life.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They are lighter than 80 milligrams.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02" name="Google Shape;102;p15" title="MIT-Micro-Robot-Actuator-04-PRES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350" y="2078875"/>
            <a:ext cx="3842550" cy="2561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in </a:t>
            </a:r>
            <a:r>
              <a:rPr lang="en-GB"/>
              <a:t>developing</a:t>
            </a:r>
            <a:r>
              <a:rPr lang="en-GB"/>
              <a:t> in such a robot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Design &amp; Fabrication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Motors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Power Supply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 &amp; Fabrication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Wings: The wings of the RoboBee are typically made from polyimide, a lightweight and flexible polymer material. It is heat resistant and ideal for high speed flapping.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Body: Its body is </a:t>
            </a:r>
            <a:r>
              <a:rPr lang="en-GB" sz="1700"/>
              <a:t>typically</a:t>
            </a:r>
            <a:r>
              <a:rPr lang="en-GB" sz="1700"/>
              <a:t> made of carbon fibre as it is lightweight, strong and very rigid, thus it is also used in the RoboBees’ wing hinges.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Accuators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294650" y="2078875"/>
            <a:ext cx="4123500" cy="25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this scale, motors are too heavy thus the creators of the RoboBee had to be creative.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They used a flexible </a:t>
            </a:r>
            <a:r>
              <a:rPr lang="en-GB"/>
              <a:t>polymer</a:t>
            </a:r>
            <a:r>
              <a:rPr lang="en-GB"/>
              <a:t> and coated it on both sides with carbon nanotubes, effectively creating two conducting surfaces.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Thus when </a:t>
            </a:r>
            <a:r>
              <a:rPr lang="en-GB"/>
              <a:t>opposite</a:t>
            </a:r>
            <a:r>
              <a:rPr lang="en-GB"/>
              <a:t> charges are applied on both, the attractive force compresses the polymer.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When same charge is applied the polymer </a:t>
            </a:r>
            <a:r>
              <a:rPr lang="en-GB"/>
              <a:t>stretches.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When many of such rolled into tubes the force amplifies causes the wings to flap.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201550"/>
            <a:ext cx="3313724" cy="15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212" y="490400"/>
            <a:ext cx="4249574" cy="208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2112" y="2849100"/>
            <a:ext cx="3059748" cy="189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Supply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9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400"/>
              <a:t>A battery small enough to fit weighs too much to fly</a:t>
            </a:r>
            <a:r>
              <a:rPr lang="en-GB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Two solutions - Tether and wireless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Tether: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RoboBee is connected to an external power source through a lightweight tether, provides a continuous and stable power supply.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Wireless: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Uses a focused laser aimed at a small photovoltaic cell onboard the RoboBee  photovoltaic cell converts laser light into electrical energy. It enables untethered, autonomous flight without the need for an onboard battery.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Precision Pollination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Environmental Monitoring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Search and Rescue Operations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Surveillance and Reconnaissance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Distributed Swarm Robotics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Scientific Exploration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Medical and Bioengineering Research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Sources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https://news.mit.edu/2021/micro-robots-artificial-muscles-1216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https://news.mit.edu/2021/researchers-introduce-new-generation-tiny-agile-drones-0302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https://wyss.harvard.edu/technology/robobees-autonomous-flying-microrobots/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https://news.mit.edu/2025/fast-agile-robotic-insect-could-someday-aid-mechanical-pollination-0115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https://www.youtube.com/watch?v=H6q6pYZ9Fho</a:t>
            </a:r>
            <a:br>
              <a:rPr lang="en-GB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